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48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5" autoAdjust="0"/>
    <p:restoredTop sz="92449" autoAdjust="0"/>
  </p:normalViewPr>
  <p:slideViewPr>
    <p:cSldViewPr>
      <p:cViewPr varScale="1">
        <p:scale>
          <a:sx n="118" d="100"/>
          <a:sy n="118" d="100"/>
        </p:scale>
        <p:origin x="23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1" d="100"/>
          <a:sy n="41" d="100"/>
        </p:scale>
        <p:origin x="-2347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40DAF-C9C3-4514-874B-4535726919A4}" type="datetimeFigureOut">
              <a:rPr lang="en-US" smtClean="0"/>
              <a:pPr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0B27-3B5B-443C-A326-6050820812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79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56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5562600"/>
            <a:ext cx="9144000" cy="0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33527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9400" y="5638800"/>
            <a:ext cx="3581400" cy="685800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25E46-52F7-40D6-80E3-CFC117B222A3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400800"/>
            <a:ext cx="2133600" cy="365125"/>
          </a:xfrm>
        </p:spPr>
        <p:txBody>
          <a:bodyPr/>
          <a:lstStyle/>
          <a:p>
            <a:fld id="{02147839-81A2-46CC-A3B2-864012D7A0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0615-ADF1-411E-B4F6-D044AC5D2F2F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0DD8C35-F8B3-4049-95AF-A34E38FBBA5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-17756" y="1295400"/>
            <a:ext cx="9189720" cy="0"/>
          </a:xfrm>
          <a:prstGeom prst="line">
            <a:avLst/>
          </a:prstGeom>
          <a:ln w="76200">
            <a:solidFill>
              <a:srgbClr val="E2A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71AF5-FE43-43B9-8E53-310B985FEDE8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7839-81A2-46CC-A3B2-864012D7A0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D738-71E1-481C-97EA-92A151452F98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7839-81A2-46CC-A3B2-864012D7A0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23547-C15F-4B70-A988-6D925F4ACFE5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7839-81A2-46CC-A3B2-864012D7A0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2610B-CD48-4F1A-8B35-484677D1C3E3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7839-81A2-46CC-A3B2-864012D7A0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F1DB-4C02-44F7-BACD-5CFDB2ED6993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7839-81A2-46CC-A3B2-864012D7A0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B4CC-456C-46C7-BE89-CD5460283B1F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7839-81A2-46CC-A3B2-864012D7A0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2A44-1B13-4F82-BC08-BF64F5C0F261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7839-81A2-46CC-A3B2-864012D7A0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3E60-3331-4986-B797-3EF559A16933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7839-81A2-46CC-A3B2-864012D7A0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8CC57-6400-4AFF-A83A-C347C39AD1CE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47839-81A2-46CC-A3B2-864012D7A0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522F2-FBF5-4F79-9C82-292EEAF9C382}" type="datetime1">
              <a:rPr lang="en-US" smtClean="0"/>
              <a:pPr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47839-81A2-46CC-A3B2-864012D7A0C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 of students citing proximity for choosing transfer pathway (by region)</a:t>
            </a:r>
          </a:p>
        </p:txBody>
      </p:sp>
      <p:pic>
        <p:nvPicPr>
          <p:cNvPr id="6" name="Content Placeholder 5" descr="A map of california with red dots&#10;&#10;AI-generated content may be incorrect.">
            <a:extLst>
              <a:ext uri="{FF2B5EF4-FFF2-40B4-BE49-F238E27FC236}">
                <a16:creationId xmlns:a16="http://schemas.microsoft.com/office/drawing/2014/main" id="{73F5400E-5D7D-636F-F29A-18A358E9B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554" y="1600200"/>
            <a:ext cx="4046892" cy="46482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8C35-F8B3-4049-95AF-A34E38FBBA50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7FA083B5-A5B5-76AF-5598-7A146AB88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11223"/>
            <a:ext cx="198120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2363A"/>
                </a:solidFill>
                <a:effectLst/>
                <a:latin typeface="72"/>
              </a:rPr>
              <a:t>What factors influenced your decision to start at a community college and transfer?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46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54369"/>
      </a:accent1>
      <a:accent2>
        <a:srgbClr val="C58C00"/>
      </a:accent2>
      <a:accent3>
        <a:srgbClr val="C32D2E"/>
      </a:accent3>
      <a:accent4>
        <a:srgbClr val="446E27"/>
      </a:accent4>
      <a:accent5>
        <a:srgbClr val="964305"/>
      </a:accent5>
      <a:accent6>
        <a:srgbClr val="3891A7"/>
      </a:accent6>
      <a:hlink>
        <a:srgbClr val="8DC765"/>
      </a:hlink>
      <a:folHlink>
        <a:srgbClr val="AA8A14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8880</TotalTime>
  <Words>28</Words>
  <Application>Microsoft Macintosh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72</vt:lpstr>
      <vt:lpstr>Arial</vt:lpstr>
      <vt:lpstr>Calibri</vt:lpstr>
      <vt:lpstr>Georgia</vt:lpstr>
      <vt:lpstr>Office Theme</vt:lpstr>
      <vt:lpstr>Share of students citing proximity for choosing transfer pathway (by region)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jake</dc:creator>
  <cp:lastModifiedBy>Christina Sun</cp:lastModifiedBy>
  <cp:revision>866</cp:revision>
  <dcterms:created xsi:type="dcterms:W3CDTF">2012-05-22T05:12:52Z</dcterms:created>
  <dcterms:modified xsi:type="dcterms:W3CDTF">2025-11-17T20:38:31Z</dcterms:modified>
</cp:coreProperties>
</file>